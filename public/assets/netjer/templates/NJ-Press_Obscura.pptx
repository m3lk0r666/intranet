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7"/>
  </p:notesMasterIdLst>
  <p:sldIdLst>
    <p:sldId id="273" r:id="rId2"/>
    <p:sldId id="277" r:id="rId3"/>
    <p:sldId id="276" r:id="rId4"/>
    <p:sldId id="280" r:id="rId5"/>
    <p:sldId id="278" r:id="rId6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8"/>
      <p:bold r:id="rId9"/>
    </p:embeddedFont>
    <p:embeddedFont>
      <p:font typeface="Helvetica Neue Light" panose="020B0604020202020204" charset="0"/>
      <p:regular r:id="rId10"/>
      <p:bold r:id="rId11"/>
      <p:italic r:id="rId12"/>
      <p:boldItalic r:id="rId13"/>
    </p:embeddedFont>
    <p:embeddedFont>
      <p:font typeface="Inter" panose="020B0604020202020204" charset="0"/>
      <p:regular r:id="rId14"/>
      <p:bold r:id="rId15"/>
    </p:embeddedFont>
    <p:embeddedFont>
      <p:font typeface="Montserrat" panose="00000500000000000000" pitchFamily="50" charset="0"/>
      <p:regular r:id="rId16"/>
      <p:bold r:id="rId17"/>
      <p:italic r:id="rId18"/>
      <p:boldItalic r:id="rId19"/>
    </p:embeddedFont>
    <p:embeddedFont>
      <p:font typeface="Montserrat Medium" panose="00000600000000000000" pitchFamily="50" charset="0"/>
      <p:regular r:id="rId20"/>
      <p:bold r:id="rId21"/>
      <p:italic r:id="rId22"/>
      <p:boldItalic r:id="rId23"/>
    </p:embeddedFont>
    <p:embeddedFont>
      <p:font typeface="Montserrat SemiBold" panose="00000700000000000000" pitchFamily="50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Netjet Networks" id="{6DF12E00-1C26-4132-9B47-0D83A0D4CE48}">
          <p14:sldIdLst>
            <p14:sldId id="273"/>
            <p14:sldId id="277"/>
            <p14:sldId id="276"/>
            <p14:sldId id="280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le, Dark Neutral">
  <p:cSld name="CUSTOM_2_1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501325"/>
            <a:ext cx="8516333" cy="4640375"/>
          </a:xfrm>
          <a:custGeom>
            <a:avLst/>
            <a:gdLst/>
            <a:ahLst/>
            <a:cxnLst/>
            <a:rect l="l" t="t" r="r" b="b"/>
            <a:pathLst>
              <a:path w="11666210" h="6356678" extrusionOk="0">
                <a:moveTo>
                  <a:pt x="11571859" y="6356679"/>
                </a:moveTo>
                <a:lnTo>
                  <a:pt x="0" y="6356679"/>
                </a:lnTo>
                <a:lnTo>
                  <a:pt x="0" y="1002232"/>
                </a:lnTo>
                <a:cubicBezTo>
                  <a:pt x="388528" y="755521"/>
                  <a:pt x="817937" y="561694"/>
                  <a:pt x="1282452" y="433373"/>
                </a:cubicBezTo>
                <a:cubicBezTo>
                  <a:pt x="2350611" y="173322"/>
                  <a:pt x="3492538" y="-10429"/>
                  <a:pt x="4657700" y="460"/>
                </a:cubicBezTo>
                <a:cubicBezTo>
                  <a:pt x="5730253" y="5367"/>
                  <a:pt x="6787452" y="138048"/>
                  <a:pt x="7794054" y="389063"/>
                </a:cubicBezTo>
                <a:cubicBezTo>
                  <a:pt x="10444226" y="1063655"/>
                  <a:pt x="12087225" y="3717486"/>
                  <a:pt x="11571859" y="635667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57200" y="548700"/>
            <a:ext cx="4763700" cy="128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None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4572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57200" y="2620350"/>
            <a:ext cx="3376500" cy="5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457200" y="3306300"/>
            <a:ext cx="33765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le, Bloom">
  <p:cSld name="CUSTOM_2_1_2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1325"/>
            <a:ext cx="8516333" cy="4640375"/>
          </a:xfrm>
          <a:custGeom>
            <a:avLst/>
            <a:gdLst/>
            <a:ahLst/>
            <a:cxnLst/>
            <a:rect l="l" t="t" r="r" b="b"/>
            <a:pathLst>
              <a:path w="11666210" h="6356678" extrusionOk="0">
                <a:moveTo>
                  <a:pt x="11571859" y="6356679"/>
                </a:moveTo>
                <a:lnTo>
                  <a:pt x="0" y="6356679"/>
                </a:lnTo>
                <a:lnTo>
                  <a:pt x="0" y="1002232"/>
                </a:lnTo>
                <a:cubicBezTo>
                  <a:pt x="388528" y="755521"/>
                  <a:pt x="817937" y="561694"/>
                  <a:pt x="1282452" y="433373"/>
                </a:cubicBezTo>
                <a:cubicBezTo>
                  <a:pt x="2350611" y="173322"/>
                  <a:pt x="3492538" y="-10429"/>
                  <a:pt x="4657700" y="460"/>
                </a:cubicBezTo>
                <a:cubicBezTo>
                  <a:pt x="5730253" y="5367"/>
                  <a:pt x="6787452" y="138048"/>
                  <a:pt x="7794054" y="389063"/>
                </a:cubicBezTo>
                <a:cubicBezTo>
                  <a:pt x="10444226" y="1063655"/>
                  <a:pt x="12087225" y="3717486"/>
                  <a:pt x="11571859" y="63566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457200" y="548700"/>
            <a:ext cx="4763700" cy="128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None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57200" y="2620350"/>
            <a:ext cx="3376500" cy="5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"/>
              <a:buNone/>
              <a:defRPr sz="12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457200" y="3306300"/>
            <a:ext cx="33765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le, Light Neutral">
  <p:cSld name="CUSTOM_2_1_1"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501325"/>
            <a:ext cx="8516333" cy="4640375"/>
          </a:xfrm>
          <a:custGeom>
            <a:avLst/>
            <a:gdLst/>
            <a:ahLst/>
            <a:cxnLst/>
            <a:rect l="l" t="t" r="r" b="b"/>
            <a:pathLst>
              <a:path w="11666210" h="6356678" extrusionOk="0">
                <a:moveTo>
                  <a:pt x="11571859" y="6356679"/>
                </a:moveTo>
                <a:lnTo>
                  <a:pt x="0" y="6356679"/>
                </a:lnTo>
                <a:lnTo>
                  <a:pt x="0" y="1002232"/>
                </a:lnTo>
                <a:cubicBezTo>
                  <a:pt x="388528" y="755521"/>
                  <a:pt x="817937" y="561694"/>
                  <a:pt x="1282452" y="433373"/>
                </a:cubicBezTo>
                <a:cubicBezTo>
                  <a:pt x="2350611" y="173322"/>
                  <a:pt x="3492538" y="-10429"/>
                  <a:pt x="4657700" y="460"/>
                </a:cubicBezTo>
                <a:cubicBezTo>
                  <a:pt x="5730253" y="5367"/>
                  <a:pt x="6787452" y="138048"/>
                  <a:pt x="7794054" y="389063"/>
                </a:cubicBezTo>
                <a:cubicBezTo>
                  <a:pt x="10444226" y="1063655"/>
                  <a:pt x="12087225" y="3717486"/>
                  <a:pt x="11571859" y="635667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57200" y="548700"/>
            <a:ext cx="5457300" cy="1287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4572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457200" y="2620350"/>
            <a:ext cx="3376500" cy="5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"/>
              <a:buNone/>
              <a:defRPr sz="12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457200" y="3306300"/>
            <a:ext cx="33765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Content, Dark Tapered A">
  <p:cSld name="CUSTOM_2_1_1_1_1_1_2_2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510327" y="0"/>
            <a:ext cx="8633672" cy="5143500"/>
          </a:xfrm>
          <a:custGeom>
            <a:avLst/>
            <a:gdLst/>
            <a:ahLst/>
            <a:cxnLst/>
            <a:rect l="l" t="t" r="r" b="b"/>
            <a:pathLst>
              <a:path w="11511563" h="6858000" extrusionOk="0">
                <a:moveTo>
                  <a:pt x="11511563" y="4231005"/>
                </a:moveTo>
                <a:lnTo>
                  <a:pt x="11511563" y="559435"/>
                </a:lnTo>
                <a:cubicBezTo>
                  <a:pt x="11410598" y="362585"/>
                  <a:pt x="11293123" y="175260"/>
                  <a:pt x="11160408" y="0"/>
                </a:cubicBezTo>
                <a:lnTo>
                  <a:pt x="3984273" y="0"/>
                </a:lnTo>
                <a:cubicBezTo>
                  <a:pt x="3508658" y="324485"/>
                  <a:pt x="3056538" y="697865"/>
                  <a:pt x="2634263" y="1120140"/>
                </a:cubicBezTo>
                <a:cubicBezTo>
                  <a:pt x="1281078" y="2473325"/>
                  <a:pt x="428908" y="4136390"/>
                  <a:pt x="76483" y="5880100"/>
                </a:cubicBezTo>
                <a:cubicBezTo>
                  <a:pt x="9173" y="6212205"/>
                  <a:pt x="-12417" y="6540500"/>
                  <a:pt x="6633" y="6858000"/>
                </a:cubicBezTo>
                <a:lnTo>
                  <a:pt x="10091069" y="6858000"/>
                </a:lnTo>
                <a:cubicBezTo>
                  <a:pt x="10715273" y="6048375"/>
                  <a:pt x="11188983" y="5160010"/>
                  <a:pt x="11511563" y="4231005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50000">
                <a:schemeClr val="dk1"/>
              </a:gs>
              <a:gs pos="100000">
                <a:schemeClr val="dk2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- Content, Dark Tapered B">
  <p:cSld name="CUSTOM_2_1_1_1_1_1_2_1_2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0" y="0"/>
            <a:ext cx="9144000" cy="4779757"/>
          </a:xfrm>
          <a:custGeom>
            <a:avLst/>
            <a:gdLst/>
            <a:ahLst/>
            <a:cxnLst/>
            <a:rect l="l" t="t" r="r" b="b"/>
            <a:pathLst>
              <a:path w="9144000" h="4864893" extrusionOk="0">
                <a:moveTo>
                  <a:pt x="9144000" y="3370578"/>
                </a:moveTo>
                <a:cubicBezTo>
                  <a:pt x="9062466" y="3437416"/>
                  <a:pt x="8976503" y="3501033"/>
                  <a:pt x="8886206" y="3561078"/>
                </a:cubicBezTo>
                <a:cubicBezTo>
                  <a:pt x="7647385" y="4393635"/>
                  <a:pt x="6173296" y="4864894"/>
                  <a:pt x="4573786" y="4864894"/>
                </a:cubicBezTo>
                <a:cubicBezTo>
                  <a:pt x="2974262" y="4864894"/>
                  <a:pt x="1500192" y="4377928"/>
                  <a:pt x="261345" y="3561078"/>
                </a:cubicBezTo>
                <a:cubicBezTo>
                  <a:pt x="169733" y="3499380"/>
                  <a:pt x="82617" y="3434053"/>
                  <a:pt x="0" y="3365449"/>
                </a:cubicBezTo>
                <a:lnTo>
                  <a:pt x="0" y="0"/>
                </a:lnTo>
                <a:lnTo>
                  <a:pt x="9144000" y="0"/>
                </a:lnTo>
                <a:lnTo>
                  <a:pt x="9144000" y="3370578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- Content, Dark Tapered C">
  <p:cSld name="CUSTOM_2_1_1_1_1_1_2_1_1_2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-4599" y="548700"/>
            <a:ext cx="9141713" cy="4596514"/>
          </a:xfrm>
          <a:custGeom>
            <a:avLst/>
            <a:gdLst/>
            <a:ahLst/>
            <a:cxnLst/>
            <a:rect l="l" t="t" r="r" b="b"/>
            <a:pathLst>
              <a:path w="11795759" h="6496839" extrusionOk="0">
                <a:moveTo>
                  <a:pt x="11382375" y="5487189"/>
                </a:moveTo>
                <a:cubicBezTo>
                  <a:pt x="10892155" y="4579139"/>
                  <a:pt x="10280650" y="3714904"/>
                  <a:pt x="9551035" y="2921789"/>
                </a:cubicBezTo>
                <a:cubicBezTo>
                  <a:pt x="8761095" y="2060729"/>
                  <a:pt x="7880985" y="1331114"/>
                  <a:pt x="6935470" y="734849"/>
                </a:cubicBezTo>
                <a:cubicBezTo>
                  <a:pt x="4603750" y="-737716"/>
                  <a:pt x="1458595" y="91594"/>
                  <a:pt x="0" y="2430934"/>
                </a:cubicBezTo>
                <a:lnTo>
                  <a:pt x="0" y="6496839"/>
                </a:lnTo>
                <a:lnTo>
                  <a:pt x="11795760" y="6496839"/>
                </a:lnTo>
                <a:cubicBezTo>
                  <a:pt x="11696700" y="6152670"/>
                  <a:pt x="11559540" y="5814214"/>
                  <a:pt x="11382375" y="548718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- Content, Dark Tapered D">
  <p:cSld name="CUSTOM_2_1_1_1_1_1_2_1_1_1_2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/>
        </p:nvSpPr>
        <p:spPr>
          <a:xfrm flipH="1">
            <a:off x="4527290" y="0"/>
            <a:ext cx="4615085" cy="5143500"/>
          </a:xfrm>
          <a:custGeom>
            <a:avLst/>
            <a:gdLst/>
            <a:ahLst/>
            <a:cxnLst/>
            <a:rect l="l" t="t" r="r" b="b"/>
            <a:pathLst>
              <a:path w="6737350" h="6858000" extrusionOk="0">
                <a:moveTo>
                  <a:pt x="0" y="6858000"/>
                </a:moveTo>
                <a:lnTo>
                  <a:pt x="6194425" y="6858000"/>
                </a:lnTo>
                <a:cubicBezTo>
                  <a:pt x="6366510" y="6455410"/>
                  <a:pt x="6492240" y="6028055"/>
                  <a:pt x="6563995" y="5582920"/>
                </a:cubicBezTo>
                <a:cubicBezTo>
                  <a:pt x="6677025" y="4880610"/>
                  <a:pt x="6737350" y="4161155"/>
                  <a:pt x="6737350" y="3429000"/>
                </a:cubicBezTo>
                <a:cubicBezTo>
                  <a:pt x="6737350" y="2696845"/>
                  <a:pt x="6677660" y="1977390"/>
                  <a:pt x="6563995" y="1275080"/>
                </a:cubicBezTo>
                <a:cubicBezTo>
                  <a:pt x="6492240" y="829945"/>
                  <a:pt x="6367145" y="402590"/>
                  <a:pt x="6194425" y="0"/>
                </a:cubicBez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dk1"/>
              </a:gs>
              <a:gs pos="50000">
                <a:schemeClr val="dk1"/>
              </a:gs>
              <a:gs pos="100000">
                <a:schemeClr val="dk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- Content, Dark Tapered E">
  <p:cSld name="CUSTOM_2_1_1_1_1_1_2_1_1_1_1_1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 rot="10800000" flipH="1">
            <a:off x="0" y="0"/>
            <a:ext cx="3421165" cy="5143500"/>
          </a:xfrm>
          <a:custGeom>
            <a:avLst/>
            <a:gdLst/>
            <a:ahLst/>
            <a:cxnLst/>
            <a:rect l="l" t="t" r="r" b="b"/>
            <a:pathLst>
              <a:path w="4638868" h="6858000" extrusionOk="0">
                <a:moveTo>
                  <a:pt x="4424477" y="0"/>
                </a:moveTo>
                <a:lnTo>
                  <a:pt x="0" y="0"/>
                </a:lnTo>
                <a:lnTo>
                  <a:pt x="0" y="6858000"/>
                </a:lnTo>
                <a:lnTo>
                  <a:pt x="2826626" y="6858000"/>
                </a:lnTo>
                <a:cubicBezTo>
                  <a:pt x="3005207" y="6559487"/>
                  <a:pt x="3173876" y="6253125"/>
                  <a:pt x="3331915" y="5939790"/>
                </a:cubicBezTo>
                <a:cubicBezTo>
                  <a:pt x="3905536" y="4815866"/>
                  <a:pt x="4279183" y="3620465"/>
                  <a:pt x="4543203" y="2459717"/>
                </a:cubicBezTo>
                <a:cubicBezTo>
                  <a:pt x="4708036" y="1615878"/>
                  <a:pt x="4654379" y="778548"/>
                  <a:pt x="4424477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50000">
                <a:schemeClr val="dk1"/>
              </a:gs>
              <a:gs pos="100000">
                <a:schemeClr val="dk2"/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0"/>
          <p:cNvSpPr/>
          <p:nvPr/>
        </p:nvSpPr>
        <p:spPr>
          <a:xfrm>
            <a:off x="0" y="0"/>
            <a:ext cx="3838706" cy="4965774"/>
          </a:xfrm>
          <a:custGeom>
            <a:avLst/>
            <a:gdLst/>
            <a:ahLst/>
            <a:cxnLst/>
            <a:rect l="l" t="t" r="r" b="b"/>
            <a:pathLst>
              <a:path w="5152625" h="6665468" extrusionOk="0">
                <a:moveTo>
                  <a:pt x="0" y="6657086"/>
                </a:moveTo>
                <a:cubicBezTo>
                  <a:pt x="33565" y="6628384"/>
                  <a:pt x="67224" y="6599745"/>
                  <a:pt x="100979" y="6571170"/>
                </a:cubicBezTo>
                <a:cubicBezTo>
                  <a:pt x="1299947" y="5555933"/>
                  <a:pt x="2559222" y="4675734"/>
                  <a:pt x="3870503" y="3913677"/>
                </a:cubicBezTo>
                <a:lnTo>
                  <a:pt x="3870516" y="3913670"/>
                </a:lnTo>
                <a:cubicBezTo>
                  <a:pt x="5387251" y="3035395"/>
                  <a:pt x="5486819" y="1125792"/>
                  <a:pt x="4511294" y="0"/>
                </a:cubicBezTo>
                <a:lnTo>
                  <a:pt x="4519702" y="0"/>
                </a:lnTo>
                <a:cubicBezTo>
                  <a:pt x="5493754" y="1129106"/>
                  <a:pt x="5392370" y="3039777"/>
                  <a:pt x="3873697" y="3919163"/>
                </a:cubicBezTo>
                <a:cubicBezTo>
                  <a:pt x="2562720" y="4681042"/>
                  <a:pt x="1303757" y="5561032"/>
                  <a:pt x="105082" y="6575997"/>
                </a:cubicBezTo>
                <a:cubicBezTo>
                  <a:pt x="69952" y="6605778"/>
                  <a:pt x="34925" y="6635560"/>
                  <a:pt x="0" y="6665469"/>
                </a:cubicBezTo>
                <a:lnTo>
                  <a:pt x="0" y="665708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0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0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- Content, Dark Tapered F">
  <p:cSld name="CUSTOM_2_1_1_1_1_1_2_1_1_1_1_1_2">
    <p:bg>
      <p:bgPr>
        <a:gradFill>
          <a:gsLst>
            <a:gs pos="0">
              <a:schemeClr val="dk1"/>
            </a:gs>
            <a:gs pos="50000">
              <a:schemeClr val="dk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/>
          <p:nvPr/>
        </p:nvSpPr>
        <p:spPr>
          <a:xfrm>
            <a:off x="886450" y="0"/>
            <a:ext cx="7870031" cy="5143500"/>
          </a:xfrm>
          <a:custGeom>
            <a:avLst/>
            <a:gdLst/>
            <a:ahLst/>
            <a:cxnLst/>
            <a:rect l="l" t="t" r="r" b="b"/>
            <a:pathLst>
              <a:path w="7870031" h="5143500" extrusionOk="0">
                <a:moveTo>
                  <a:pt x="7437739" y="0"/>
                </a:moveTo>
                <a:lnTo>
                  <a:pt x="438831" y="0"/>
                </a:lnTo>
                <a:cubicBezTo>
                  <a:pt x="155748" y="804486"/>
                  <a:pt x="0" y="1668947"/>
                  <a:pt x="0" y="2573536"/>
                </a:cubicBezTo>
                <a:cubicBezTo>
                  <a:pt x="0" y="3476787"/>
                  <a:pt x="150276" y="4340028"/>
                  <a:pt x="431030" y="5143500"/>
                </a:cubicBezTo>
                <a:lnTo>
                  <a:pt x="7432453" y="5143500"/>
                </a:lnTo>
                <a:cubicBezTo>
                  <a:pt x="7714726" y="4340028"/>
                  <a:pt x="7870031" y="3476787"/>
                  <a:pt x="7870031" y="2573536"/>
                </a:cubicBezTo>
                <a:cubicBezTo>
                  <a:pt x="7870031" y="1668947"/>
                  <a:pt x="7719298" y="804486"/>
                  <a:pt x="743773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- Content, Bloom Flat">
  <p:cSld name="CUSTOM_2_1_1_1_1_1_2">
    <p:bg>
      <p:bgPr>
        <a:solidFill>
          <a:schemeClr val="accen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2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- Content, Bloom Tapered A">
  <p:cSld name="CUSTOM_2_1_1_1_1_1_2_2_1">
    <p:bg>
      <p:bgPr>
        <a:solidFill>
          <a:schemeClr val="accen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510327" y="0"/>
            <a:ext cx="8633672" cy="5143500"/>
          </a:xfrm>
          <a:custGeom>
            <a:avLst/>
            <a:gdLst/>
            <a:ahLst/>
            <a:cxnLst/>
            <a:rect l="l" t="t" r="r" b="b"/>
            <a:pathLst>
              <a:path w="11511563" h="6858000" extrusionOk="0">
                <a:moveTo>
                  <a:pt x="11511563" y="4231005"/>
                </a:moveTo>
                <a:lnTo>
                  <a:pt x="11511563" y="559435"/>
                </a:lnTo>
                <a:cubicBezTo>
                  <a:pt x="11410598" y="362585"/>
                  <a:pt x="11293123" y="175260"/>
                  <a:pt x="11160408" y="0"/>
                </a:cubicBezTo>
                <a:lnTo>
                  <a:pt x="3984273" y="0"/>
                </a:lnTo>
                <a:cubicBezTo>
                  <a:pt x="3508658" y="324485"/>
                  <a:pt x="3056538" y="697865"/>
                  <a:pt x="2634263" y="1120140"/>
                </a:cubicBezTo>
                <a:cubicBezTo>
                  <a:pt x="1281078" y="2473325"/>
                  <a:pt x="428908" y="4136390"/>
                  <a:pt x="76483" y="5880100"/>
                </a:cubicBezTo>
                <a:cubicBezTo>
                  <a:pt x="9173" y="6212205"/>
                  <a:pt x="-12417" y="6540500"/>
                  <a:pt x="6633" y="6858000"/>
                </a:cubicBezTo>
                <a:lnTo>
                  <a:pt x="10091069" y="6858000"/>
                </a:lnTo>
                <a:cubicBezTo>
                  <a:pt x="10715273" y="6048375"/>
                  <a:pt x="11188983" y="5160010"/>
                  <a:pt x="11511563" y="423100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- Content, Bloom Tapered B">
  <p:cSld name="CUSTOM_2_1_1_1_1_1_2_1_2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044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9144000" cy="4779757"/>
          </a:xfrm>
          <a:custGeom>
            <a:avLst/>
            <a:gdLst/>
            <a:ahLst/>
            <a:cxnLst/>
            <a:rect l="l" t="t" r="r" b="b"/>
            <a:pathLst>
              <a:path w="9144000" h="4864893" extrusionOk="0">
                <a:moveTo>
                  <a:pt x="9144000" y="3370578"/>
                </a:moveTo>
                <a:cubicBezTo>
                  <a:pt x="9062466" y="3437416"/>
                  <a:pt x="8976503" y="3501033"/>
                  <a:pt x="8886206" y="3561078"/>
                </a:cubicBezTo>
                <a:cubicBezTo>
                  <a:pt x="7647385" y="4393635"/>
                  <a:pt x="6173296" y="4864894"/>
                  <a:pt x="4573786" y="4864894"/>
                </a:cubicBezTo>
                <a:cubicBezTo>
                  <a:pt x="2974262" y="4864894"/>
                  <a:pt x="1500192" y="4377928"/>
                  <a:pt x="261345" y="3561078"/>
                </a:cubicBezTo>
                <a:cubicBezTo>
                  <a:pt x="169733" y="3499380"/>
                  <a:pt x="82617" y="3434053"/>
                  <a:pt x="0" y="3365449"/>
                </a:cubicBezTo>
                <a:lnTo>
                  <a:pt x="0" y="0"/>
                </a:lnTo>
                <a:lnTo>
                  <a:pt x="9144000" y="0"/>
                </a:lnTo>
                <a:lnTo>
                  <a:pt x="9144000" y="33705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- Content, Bloom Tapered C">
  <p:cSld name="CUSTOM_2_1_1_1_1_1_2_1_1_2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-4599" y="548700"/>
            <a:ext cx="9141713" cy="4596514"/>
          </a:xfrm>
          <a:custGeom>
            <a:avLst/>
            <a:gdLst/>
            <a:ahLst/>
            <a:cxnLst/>
            <a:rect l="l" t="t" r="r" b="b"/>
            <a:pathLst>
              <a:path w="11795759" h="6496839" extrusionOk="0">
                <a:moveTo>
                  <a:pt x="11382375" y="5487189"/>
                </a:moveTo>
                <a:cubicBezTo>
                  <a:pt x="10892155" y="4579139"/>
                  <a:pt x="10280650" y="3714904"/>
                  <a:pt x="9551035" y="2921789"/>
                </a:cubicBezTo>
                <a:cubicBezTo>
                  <a:pt x="8761095" y="2060729"/>
                  <a:pt x="7880985" y="1331114"/>
                  <a:pt x="6935470" y="734849"/>
                </a:cubicBezTo>
                <a:cubicBezTo>
                  <a:pt x="4603750" y="-737716"/>
                  <a:pt x="1458595" y="91594"/>
                  <a:pt x="0" y="2430934"/>
                </a:cubicBezTo>
                <a:lnTo>
                  <a:pt x="0" y="6496839"/>
                </a:lnTo>
                <a:lnTo>
                  <a:pt x="11795760" y="6496839"/>
                </a:lnTo>
                <a:cubicBezTo>
                  <a:pt x="11696700" y="6152670"/>
                  <a:pt x="11559540" y="5814214"/>
                  <a:pt x="11382375" y="54871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- Content, Bloom Tapered D">
  <p:cSld name="CUSTOM_2_1_1_1_1_1_2_1_1_1_2_1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 flipH="1">
            <a:off x="4527290" y="0"/>
            <a:ext cx="4615085" cy="5143500"/>
          </a:xfrm>
          <a:custGeom>
            <a:avLst/>
            <a:gdLst/>
            <a:ahLst/>
            <a:cxnLst/>
            <a:rect l="l" t="t" r="r" b="b"/>
            <a:pathLst>
              <a:path w="6737350" h="6858000" extrusionOk="0">
                <a:moveTo>
                  <a:pt x="0" y="6858000"/>
                </a:moveTo>
                <a:lnTo>
                  <a:pt x="6194425" y="6858000"/>
                </a:lnTo>
                <a:cubicBezTo>
                  <a:pt x="6366510" y="6455410"/>
                  <a:pt x="6492240" y="6028055"/>
                  <a:pt x="6563995" y="5582920"/>
                </a:cubicBezTo>
                <a:cubicBezTo>
                  <a:pt x="6677025" y="4880610"/>
                  <a:pt x="6737350" y="4161155"/>
                  <a:pt x="6737350" y="3429000"/>
                </a:cubicBezTo>
                <a:cubicBezTo>
                  <a:pt x="6737350" y="2696845"/>
                  <a:pt x="6677660" y="1977390"/>
                  <a:pt x="6563995" y="1275080"/>
                </a:cubicBezTo>
                <a:cubicBezTo>
                  <a:pt x="6492240" y="829945"/>
                  <a:pt x="6367145" y="402590"/>
                  <a:pt x="6194425" y="0"/>
                </a:cubicBez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- Content, Bloom Tapered E">
  <p:cSld name="CUSTOM_2_1_1_1_1_1_2_1_1_1_1_1_1">
    <p:bg>
      <p:bgPr>
        <a:solidFill>
          <a:schemeClr val="accen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 rot="10800000" flipH="1">
            <a:off x="0" y="0"/>
            <a:ext cx="3444359" cy="5143500"/>
          </a:xfrm>
          <a:custGeom>
            <a:avLst/>
            <a:gdLst/>
            <a:ahLst/>
            <a:cxnLst/>
            <a:rect l="l" t="t" r="r" b="b"/>
            <a:pathLst>
              <a:path w="4638868" h="6858000" extrusionOk="0">
                <a:moveTo>
                  <a:pt x="4424477" y="0"/>
                </a:moveTo>
                <a:lnTo>
                  <a:pt x="0" y="0"/>
                </a:lnTo>
                <a:lnTo>
                  <a:pt x="0" y="6858000"/>
                </a:lnTo>
                <a:lnTo>
                  <a:pt x="2826626" y="6858000"/>
                </a:lnTo>
                <a:cubicBezTo>
                  <a:pt x="3005207" y="6559487"/>
                  <a:pt x="3173876" y="6253125"/>
                  <a:pt x="3331915" y="5939790"/>
                </a:cubicBezTo>
                <a:cubicBezTo>
                  <a:pt x="3905536" y="4815866"/>
                  <a:pt x="4279183" y="3620465"/>
                  <a:pt x="4543203" y="2459717"/>
                </a:cubicBezTo>
                <a:cubicBezTo>
                  <a:pt x="4708036" y="1615878"/>
                  <a:pt x="4654379" y="778548"/>
                  <a:pt x="442447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chemeClr val="accent3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0" y="0"/>
            <a:ext cx="3838706" cy="4965774"/>
          </a:xfrm>
          <a:custGeom>
            <a:avLst/>
            <a:gdLst/>
            <a:ahLst/>
            <a:cxnLst/>
            <a:rect l="l" t="t" r="r" b="b"/>
            <a:pathLst>
              <a:path w="5152625" h="6665468" extrusionOk="0">
                <a:moveTo>
                  <a:pt x="0" y="6657086"/>
                </a:moveTo>
                <a:cubicBezTo>
                  <a:pt x="33565" y="6628384"/>
                  <a:pt x="67224" y="6599745"/>
                  <a:pt x="100979" y="6571170"/>
                </a:cubicBezTo>
                <a:cubicBezTo>
                  <a:pt x="1299947" y="5555933"/>
                  <a:pt x="2559222" y="4675734"/>
                  <a:pt x="3870503" y="3913677"/>
                </a:cubicBezTo>
                <a:lnTo>
                  <a:pt x="3870516" y="3913670"/>
                </a:lnTo>
                <a:cubicBezTo>
                  <a:pt x="5387251" y="3035395"/>
                  <a:pt x="5486819" y="1125792"/>
                  <a:pt x="4511294" y="0"/>
                </a:cubicBezTo>
                <a:lnTo>
                  <a:pt x="4519702" y="0"/>
                </a:lnTo>
                <a:cubicBezTo>
                  <a:pt x="5493754" y="1129106"/>
                  <a:pt x="5392370" y="3039777"/>
                  <a:pt x="3873697" y="3919163"/>
                </a:cubicBezTo>
                <a:cubicBezTo>
                  <a:pt x="2562720" y="4681042"/>
                  <a:pt x="1303757" y="5561032"/>
                  <a:pt x="105082" y="6575997"/>
                </a:cubicBezTo>
                <a:cubicBezTo>
                  <a:pt x="69952" y="6605778"/>
                  <a:pt x="34925" y="6635560"/>
                  <a:pt x="0" y="6665469"/>
                </a:cubicBezTo>
                <a:lnTo>
                  <a:pt x="0" y="66570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- Content, Bloom Tapered F">
  <p:cSld name="CUSTOM_2_1_1_1_1_1_2_1_1_1_1_1_1_2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886450" y="0"/>
            <a:ext cx="7870031" cy="5143500"/>
          </a:xfrm>
          <a:custGeom>
            <a:avLst/>
            <a:gdLst/>
            <a:ahLst/>
            <a:cxnLst/>
            <a:rect l="l" t="t" r="r" b="b"/>
            <a:pathLst>
              <a:path w="7870031" h="5143500" extrusionOk="0">
                <a:moveTo>
                  <a:pt x="7437739" y="0"/>
                </a:moveTo>
                <a:lnTo>
                  <a:pt x="438831" y="0"/>
                </a:lnTo>
                <a:cubicBezTo>
                  <a:pt x="155748" y="804486"/>
                  <a:pt x="0" y="1668947"/>
                  <a:pt x="0" y="2573536"/>
                </a:cubicBezTo>
                <a:cubicBezTo>
                  <a:pt x="0" y="3476787"/>
                  <a:pt x="150276" y="4340028"/>
                  <a:pt x="431030" y="5143500"/>
                </a:cubicBezTo>
                <a:lnTo>
                  <a:pt x="7432453" y="5143500"/>
                </a:lnTo>
                <a:cubicBezTo>
                  <a:pt x="7714726" y="4340028"/>
                  <a:pt x="7870031" y="3476787"/>
                  <a:pt x="7870031" y="2573536"/>
                </a:cubicBezTo>
                <a:cubicBezTo>
                  <a:pt x="7870031" y="1668947"/>
                  <a:pt x="7719298" y="804486"/>
                  <a:pt x="74377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Clr>
                <a:srgbClr val="FFFFFF"/>
              </a:buClr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- Content, Light Flat">
  <p:cSld name="CUSTOM_2_1_1_1_1_1_1"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- Content, Light Tapered A">
  <p:cSld name="CUSTOM_2_1_1_1_1_1_2_2_1_1"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510327" y="0"/>
            <a:ext cx="8633672" cy="5143500"/>
          </a:xfrm>
          <a:custGeom>
            <a:avLst/>
            <a:gdLst/>
            <a:ahLst/>
            <a:cxnLst/>
            <a:rect l="l" t="t" r="r" b="b"/>
            <a:pathLst>
              <a:path w="11511563" h="6858000" extrusionOk="0">
                <a:moveTo>
                  <a:pt x="11511563" y="4231005"/>
                </a:moveTo>
                <a:lnTo>
                  <a:pt x="11511563" y="559435"/>
                </a:lnTo>
                <a:cubicBezTo>
                  <a:pt x="11410598" y="362585"/>
                  <a:pt x="11293123" y="175260"/>
                  <a:pt x="11160408" y="0"/>
                </a:cubicBezTo>
                <a:lnTo>
                  <a:pt x="3984273" y="0"/>
                </a:lnTo>
                <a:cubicBezTo>
                  <a:pt x="3508658" y="324485"/>
                  <a:pt x="3056538" y="697865"/>
                  <a:pt x="2634263" y="1120140"/>
                </a:cubicBezTo>
                <a:cubicBezTo>
                  <a:pt x="1281078" y="2473325"/>
                  <a:pt x="428908" y="4136390"/>
                  <a:pt x="76483" y="5880100"/>
                </a:cubicBezTo>
                <a:cubicBezTo>
                  <a:pt x="9173" y="6212205"/>
                  <a:pt x="-12417" y="6540500"/>
                  <a:pt x="6633" y="6858000"/>
                </a:cubicBezTo>
                <a:lnTo>
                  <a:pt x="10091069" y="6858000"/>
                </a:lnTo>
                <a:cubicBezTo>
                  <a:pt x="10715273" y="6048375"/>
                  <a:pt x="11188983" y="5160010"/>
                  <a:pt x="11511563" y="4231005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- Content, Light Tapered B">
  <p:cSld name="CUSTOM_2_1_1_1_1_1_2_1_2_1_1"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chemeClr val="lt1"/>
            </a:gs>
          </a:gsLst>
          <a:lin ang="18900044" scaled="0"/>
        </a:gra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9144000" cy="4779757"/>
          </a:xfrm>
          <a:custGeom>
            <a:avLst/>
            <a:gdLst/>
            <a:ahLst/>
            <a:cxnLst/>
            <a:rect l="l" t="t" r="r" b="b"/>
            <a:pathLst>
              <a:path w="9144000" h="4864893" extrusionOk="0">
                <a:moveTo>
                  <a:pt x="9144000" y="3370578"/>
                </a:moveTo>
                <a:cubicBezTo>
                  <a:pt x="9062466" y="3437416"/>
                  <a:pt x="8976503" y="3501033"/>
                  <a:pt x="8886206" y="3561078"/>
                </a:cubicBezTo>
                <a:cubicBezTo>
                  <a:pt x="7647385" y="4393635"/>
                  <a:pt x="6173296" y="4864894"/>
                  <a:pt x="4573786" y="4864894"/>
                </a:cubicBezTo>
                <a:cubicBezTo>
                  <a:pt x="2974262" y="4864894"/>
                  <a:pt x="1500192" y="4377928"/>
                  <a:pt x="261345" y="3561078"/>
                </a:cubicBezTo>
                <a:cubicBezTo>
                  <a:pt x="169733" y="3499380"/>
                  <a:pt x="82617" y="3434053"/>
                  <a:pt x="0" y="3365449"/>
                </a:cubicBezTo>
                <a:lnTo>
                  <a:pt x="0" y="0"/>
                </a:lnTo>
                <a:lnTo>
                  <a:pt x="9144000" y="0"/>
                </a:lnTo>
                <a:lnTo>
                  <a:pt x="9144000" y="33705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1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- Content, Dark Tapered C">
  <p:cSld name="CUSTOM_2_1_1_1_1_1_2_1_1_2_1_1"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1059300" y="548700"/>
            <a:ext cx="8080095" cy="4596514"/>
          </a:xfrm>
          <a:custGeom>
            <a:avLst/>
            <a:gdLst/>
            <a:ahLst/>
            <a:cxnLst/>
            <a:rect l="l" t="t" r="r" b="b"/>
            <a:pathLst>
              <a:path w="11795759" h="6496839" extrusionOk="0">
                <a:moveTo>
                  <a:pt x="11382375" y="5487189"/>
                </a:moveTo>
                <a:cubicBezTo>
                  <a:pt x="10892155" y="4579139"/>
                  <a:pt x="10280650" y="3714904"/>
                  <a:pt x="9551035" y="2921789"/>
                </a:cubicBezTo>
                <a:cubicBezTo>
                  <a:pt x="8761095" y="2060729"/>
                  <a:pt x="7880985" y="1331114"/>
                  <a:pt x="6935470" y="734849"/>
                </a:cubicBezTo>
                <a:cubicBezTo>
                  <a:pt x="4603750" y="-737716"/>
                  <a:pt x="1458595" y="91594"/>
                  <a:pt x="0" y="2430934"/>
                </a:cubicBezTo>
                <a:lnTo>
                  <a:pt x="0" y="6496839"/>
                </a:lnTo>
                <a:lnTo>
                  <a:pt x="11795760" y="6496839"/>
                </a:lnTo>
                <a:cubicBezTo>
                  <a:pt x="11696700" y="6152670"/>
                  <a:pt x="11559540" y="5814214"/>
                  <a:pt x="11382375" y="5487189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- Content, Light Tapered D">
  <p:cSld name="CUSTOM_2_1_1_1_1_1_2_1_1_1_2_1_1"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 flipH="1">
            <a:off x="4527290" y="0"/>
            <a:ext cx="4615085" cy="5143500"/>
          </a:xfrm>
          <a:custGeom>
            <a:avLst/>
            <a:gdLst/>
            <a:ahLst/>
            <a:cxnLst/>
            <a:rect l="l" t="t" r="r" b="b"/>
            <a:pathLst>
              <a:path w="6737350" h="6858000" extrusionOk="0">
                <a:moveTo>
                  <a:pt x="0" y="6858000"/>
                </a:moveTo>
                <a:lnTo>
                  <a:pt x="6194425" y="6858000"/>
                </a:lnTo>
                <a:cubicBezTo>
                  <a:pt x="6366510" y="6455410"/>
                  <a:pt x="6492240" y="6028055"/>
                  <a:pt x="6563995" y="5582920"/>
                </a:cubicBezTo>
                <a:cubicBezTo>
                  <a:pt x="6677025" y="4880610"/>
                  <a:pt x="6737350" y="4161155"/>
                  <a:pt x="6737350" y="3429000"/>
                </a:cubicBezTo>
                <a:cubicBezTo>
                  <a:pt x="6737350" y="2696845"/>
                  <a:pt x="6677660" y="1977390"/>
                  <a:pt x="6563995" y="1275080"/>
                </a:cubicBezTo>
                <a:cubicBezTo>
                  <a:pt x="6492240" y="829945"/>
                  <a:pt x="6367145" y="402590"/>
                  <a:pt x="6194425" y="0"/>
                </a:cubicBez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3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- Content, Light Tapered E">
  <p:cSld name="CUSTOM_2_1_1_1_1_1_2_1_1_1_1_1_1_1"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 rot="10800000" flipH="1">
            <a:off x="0" y="0"/>
            <a:ext cx="3421165" cy="5143500"/>
          </a:xfrm>
          <a:custGeom>
            <a:avLst/>
            <a:gdLst/>
            <a:ahLst/>
            <a:cxnLst/>
            <a:rect l="l" t="t" r="r" b="b"/>
            <a:pathLst>
              <a:path w="4638868" h="6858000" extrusionOk="0">
                <a:moveTo>
                  <a:pt x="4424477" y="0"/>
                </a:moveTo>
                <a:lnTo>
                  <a:pt x="0" y="0"/>
                </a:lnTo>
                <a:lnTo>
                  <a:pt x="0" y="6858000"/>
                </a:lnTo>
                <a:lnTo>
                  <a:pt x="2826626" y="6858000"/>
                </a:lnTo>
                <a:cubicBezTo>
                  <a:pt x="3005207" y="6559487"/>
                  <a:pt x="3173876" y="6253125"/>
                  <a:pt x="3331915" y="5939790"/>
                </a:cubicBezTo>
                <a:cubicBezTo>
                  <a:pt x="3905536" y="4815866"/>
                  <a:pt x="4279183" y="3620465"/>
                  <a:pt x="4543203" y="2459717"/>
                </a:cubicBezTo>
                <a:cubicBezTo>
                  <a:pt x="4708036" y="1615878"/>
                  <a:pt x="4654379" y="778548"/>
                  <a:pt x="4424477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FFF"/>
              </a:gs>
              <a:gs pos="100000">
                <a:schemeClr val="lt1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0" y="0"/>
            <a:ext cx="3838706" cy="4965774"/>
          </a:xfrm>
          <a:custGeom>
            <a:avLst/>
            <a:gdLst/>
            <a:ahLst/>
            <a:cxnLst/>
            <a:rect l="l" t="t" r="r" b="b"/>
            <a:pathLst>
              <a:path w="5152625" h="6665468" extrusionOk="0">
                <a:moveTo>
                  <a:pt x="0" y="6657086"/>
                </a:moveTo>
                <a:cubicBezTo>
                  <a:pt x="33565" y="6628384"/>
                  <a:pt x="67224" y="6599745"/>
                  <a:pt x="100979" y="6571170"/>
                </a:cubicBezTo>
                <a:cubicBezTo>
                  <a:pt x="1299947" y="5555933"/>
                  <a:pt x="2559222" y="4675734"/>
                  <a:pt x="3870503" y="3913677"/>
                </a:cubicBezTo>
                <a:lnTo>
                  <a:pt x="3870516" y="3913670"/>
                </a:lnTo>
                <a:cubicBezTo>
                  <a:pt x="5387251" y="3035395"/>
                  <a:pt x="5486819" y="1125792"/>
                  <a:pt x="4511294" y="0"/>
                </a:cubicBezTo>
                <a:lnTo>
                  <a:pt x="4519702" y="0"/>
                </a:lnTo>
                <a:cubicBezTo>
                  <a:pt x="5493754" y="1129106"/>
                  <a:pt x="5392370" y="3039777"/>
                  <a:pt x="3873697" y="3919163"/>
                </a:cubicBezTo>
                <a:cubicBezTo>
                  <a:pt x="2562720" y="4681042"/>
                  <a:pt x="1303757" y="5561032"/>
                  <a:pt x="105082" y="6575997"/>
                </a:cubicBezTo>
                <a:cubicBezTo>
                  <a:pt x="69952" y="6605778"/>
                  <a:pt x="34925" y="6635560"/>
                  <a:pt x="0" y="6665469"/>
                </a:cubicBezTo>
                <a:lnTo>
                  <a:pt x="0" y="665708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4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- Content, Light Tapered F">
  <p:cSld name="CUSTOM_2_1_1_1_1_1_2_1_1_1_1_1_1_1_1">
    <p:bg>
      <p:bgPr>
        <a:gradFill>
          <a:gsLst>
            <a:gs pos="0">
              <a:srgbClr val="FFFFFF"/>
            </a:gs>
            <a:gs pos="50000">
              <a:srgbClr val="FFFFFF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/>
          <p:nvPr/>
        </p:nvSpPr>
        <p:spPr>
          <a:xfrm>
            <a:off x="886450" y="0"/>
            <a:ext cx="7870031" cy="5143500"/>
          </a:xfrm>
          <a:custGeom>
            <a:avLst/>
            <a:gdLst/>
            <a:ahLst/>
            <a:cxnLst/>
            <a:rect l="l" t="t" r="r" b="b"/>
            <a:pathLst>
              <a:path w="7870031" h="5143500" extrusionOk="0">
                <a:moveTo>
                  <a:pt x="7437739" y="0"/>
                </a:moveTo>
                <a:lnTo>
                  <a:pt x="438831" y="0"/>
                </a:lnTo>
                <a:cubicBezTo>
                  <a:pt x="155748" y="804486"/>
                  <a:pt x="0" y="1668947"/>
                  <a:pt x="0" y="2573536"/>
                </a:cubicBezTo>
                <a:cubicBezTo>
                  <a:pt x="0" y="3476787"/>
                  <a:pt x="150276" y="4340028"/>
                  <a:pt x="431030" y="5143500"/>
                </a:cubicBezTo>
                <a:lnTo>
                  <a:pt x="7432453" y="5143500"/>
                </a:lnTo>
                <a:cubicBezTo>
                  <a:pt x="7714726" y="4340028"/>
                  <a:pt x="7870031" y="3476787"/>
                  <a:pt x="7870031" y="2573536"/>
                </a:cubicBezTo>
                <a:cubicBezTo>
                  <a:pt x="7870031" y="1668947"/>
                  <a:pt x="7719298" y="804486"/>
                  <a:pt x="74377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 SemiBold"/>
              <a:buNone/>
              <a:defRPr sz="22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500"/>
              </a:spcBef>
              <a:spcAft>
                <a:spcPts val="0"/>
              </a:spcAft>
              <a:buSzPts val="1000"/>
              <a:buChar char="+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↳"/>
              <a:defRPr/>
            </a:lvl3pPr>
            <a:lvl4pPr marL="1828800" lvl="3" indent="-292100" rtl="0">
              <a:spcBef>
                <a:spcPts val="500"/>
              </a:spcBef>
              <a:spcAft>
                <a:spcPts val="0"/>
              </a:spcAft>
              <a:buSzPts val="1000"/>
              <a:buChar char="↦"/>
              <a:defRPr/>
            </a:lvl4pPr>
            <a:lvl5pPr marL="2286000" lvl="4" indent="-292100" rtl="0">
              <a:spcBef>
                <a:spcPts val="5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5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500"/>
              </a:spcBef>
              <a:spcAft>
                <a:spcPts val="0"/>
              </a:spcAft>
              <a:buSzPts val="1000"/>
              <a:buChar char="▸"/>
              <a:defRPr/>
            </a:lvl7pPr>
            <a:lvl8pPr marL="3657600" lvl="7" indent="-292100" rtl="0">
              <a:spcBef>
                <a:spcPts val="500"/>
              </a:spcBef>
              <a:spcAft>
                <a:spcPts val="0"/>
              </a:spcAft>
              <a:buSzPts val="1000"/>
              <a:buChar char="⬩"/>
              <a:defRPr/>
            </a:lvl8pPr>
            <a:lvl9pPr marL="4114800" lvl="8" indent="-292100" rtl="0">
              <a:spcBef>
                <a:spcPts val="500"/>
              </a:spcBef>
              <a:spcAft>
                <a:spcPts val="500"/>
              </a:spcAft>
              <a:buSzPts val="1000"/>
              <a:buChar char="☉"/>
              <a:defRPr/>
            </a:lvl9pPr>
          </a:lstStyle>
          <a:p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Public © 2024 Zoom Video Communications, Inc.</a:t>
            </a:r>
            <a:endParaRPr sz="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5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Content, Dark Flat 1">
  <p:cSld name="CUSTOM_2_1_1_1_1_1_3">
    <p:bg>
      <p:bgPr>
        <a:solidFill>
          <a:schemeClr val="dk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/>
          <p:nvPr/>
        </p:nvSpPr>
        <p:spPr>
          <a:xfrm>
            <a:off x="460844" y="4866713"/>
            <a:ext cx="425601" cy="96387"/>
          </a:xfrm>
          <a:custGeom>
            <a:avLst/>
            <a:gdLst/>
            <a:ahLst/>
            <a:cxnLst/>
            <a:rect l="l" t="t" r="r" b="b"/>
            <a:pathLst>
              <a:path w="285160" h="64581" extrusionOk="0">
                <a:moveTo>
                  <a:pt x="91461" y="12507"/>
                </a:moveTo>
                <a:cubicBezTo>
                  <a:pt x="102376" y="12507"/>
                  <a:pt x="111245" y="21375"/>
                  <a:pt x="111245" y="32290"/>
                </a:cubicBezTo>
                <a:cubicBezTo>
                  <a:pt x="111245" y="43206"/>
                  <a:pt x="102376" y="52074"/>
                  <a:pt x="91461" y="52074"/>
                </a:cubicBezTo>
                <a:cubicBezTo>
                  <a:pt x="80546" y="52074"/>
                  <a:pt x="71677" y="43206"/>
                  <a:pt x="71677" y="32290"/>
                </a:cubicBezTo>
                <a:cubicBezTo>
                  <a:pt x="71677" y="21375"/>
                  <a:pt x="80546" y="12507"/>
                  <a:pt x="91461" y="12507"/>
                </a:cubicBezTo>
                <a:close/>
                <a:moveTo>
                  <a:pt x="161091" y="12507"/>
                </a:moveTo>
                <a:cubicBezTo>
                  <a:pt x="172006" y="12507"/>
                  <a:pt x="180874" y="21375"/>
                  <a:pt x="180874" y="32290"/>
                </a:cubicBezTo>
                <a:cubicBezTo>
                  <a:pt x="180874" y="43206"/>
                  <a:pt x="172006" y="52074"/>
                  <a:pt x="161091" y="52074"/>
                </a:cubicBezTo>
                <a:cubicBezTo>
                  <a:pt x="150175" y="52074"/>
                  <a:pt x="141307" y="43206"/>
                  <a:pt x="141307" y="32290"/>
                </a:cubicBezTo>
                <a:cubicBezTo>
                  <a:pt x="141307" y="21375"/>
                  <a:pt x="150175" y="12507"/>
                  <a:pt x="161091" y="12507"/>
                </a:cubicBezTo>
                <a:close/>
                <a:moveTo>
                  <a:pt x="774" y="955"/>
                </a:moveTo>
                <a:cubicBezTo>
                  <a:pt x="774" y="7868"/>
                  <a:pt x="6414" y="13462"/>
                  <a:pt x="13326" y="13553"/>
                </a:cubicBezTo>
                <a:lnTo>
                  <a:pt x="38522" y="13553"/>
                </a:lnTo>
                <a:lnTo>
                  <a:pt x="3321" y="48709"/>
                </a:lnTo>
                <a:cubicBezTo>
                  <a:pt x="683" y="51392"/>
                  <a:pt x="1" y="55485"/>
                  <a:pt x="1729" y="58941"/>
                </a:cubicBezTo>
                <a:cubicBezTo>
                  <a:pt x="3275" y="61898"/>
                  <a:pt x="6459" y="63671"/>
                  <a:pt x="9824" y="63671"/>
                </a:cubicBezTo>
                <a:lnTo>
                  <a:pt x="60398" y="63671"/>
                </a:lnTo>
                <a:cubicBezTo>
                  <a:pt x="60398" y="56758"/>
                  <a:pt x="54804" y="51164"/>
                  <a:pt x="47800" y="51164"/>
                </a:cubicBezTo>
                <a:lnTo>
                  <a:pt x="18648" y="51164"/>
                </a:lnTo>
                <a:lnTo>
                  <a:pt x="53894" y="15918"/>
                </a:lnTo>
                <a:cubicBezTo>
                  <a:pt x="56532" y="13235"/>
                  <a:pt x="57215" y="9141"/>
                  <a:pt x="55486" y="5685"/>
                </a:cubicBezTo>
                <a:cubicBezTo>
                  <a:pt x="53940" y="2729"/>
                  <a:pt x="50756" y="955"/>
                  <a:pt x="47391" y="955"/>
                </a:cubicBezTo>
                <a:close/>
                <a:moveTo>
                  <a:pt x="224126" y="0"/>
                </a:moveTo>
                <a:cubicBezTo>
                  <a:pt x="210709" y="0"/>
                  <a:pt x="199703" y="11506"/>
                  <a:pt x="199703" y="24923"/>
                </a:cubicBezTo>
                <a:lnTo>
                  <a:pt x="199703" y="63671"/>
                </a:lnTo>
                <a:cubicBezTo>
                  <a:pt x="206616" y="63671"/>
                  <a:pt x="212255" y="58032"/>
                  <a:pt x="212255" y="51119"/>
                </a:cubicBezTo>
                <a:lnTo>
                  <a:pt x="212255" y="24786"/>
                </a:lnTo>
                <a:cubicBezTo>
                  <a:pt x="212255" y="18328"/>
                  <a:pt x="217258" y="12871"/>
                  <a:pt x="223762" y="12552"/>
                </a:cubicBezTo>
                <a:cubicBezTo>
                  <a:pt x="223924" y="12546"/>
                  <a:pt x="224085" y="12543"/>
                  <a:pt x="224245" y="12543"/>
                </a:cubicBezTo>
                <a:cubicBezTo>
                  <a:pt x="230761" y="12543"/>
                  <a:pt x="236132" y="17900"/>
                  <a:pt x="236132" y="24513"/>
                </a:cubicBezTo>
                <a:lnTo>
                  <a:pt x="236132" y="51164"/>
                </a:lnTo>
                <a:cubicBezTo>
                  <a:pt x="236132" y="58123"/>
                  <a:pt x="241772" y="63717"/>
                  <a:pt x="248685" y="63717"/>
                </a:cubicBezTo>
                <a:lnTo>
                  <a:pt x="248685" y="24786"/>
                </a:lnTo>
                <a:cubicBezTo>
                  <a:pt x="248685" y="18328"/>
                  <a:pt x="253688" y="12871"/>
                  <a:pt x="260191" y="12552"/>
                </a:cubicBezTo>
                <a:cubicBezTo>
                  <a:pt x="260354" y="12546"/>
                  <a:pt x="260516" y="12543"/>
                  <a:pt x="260678" y="12543"/>
                </a:cubicBezTo>
                <a:cubicBezTo>
                  <a:pt x="267233" y="12543"/>
                  <a:pt x="272562" y="17900"/>
                  <a:pt x="272562" y="24513"/>
                </a:cubicBezTo>
                <a:lnTo>
                  <a:pt x="272562" y="51164"/>
                </a:lnTo>
                <a:cubicBezTo>
                  <a:pt x="272562" y="58123"/>
                  <a:pt x="278201" y="63717"/>
                  <a:pt x="285160" y="63717"/>
                </a:cubicBezTo>
                <a:lnTo>
                  <a:pt x="285160" y="24923"/>
                </a:lnTo>
                <a:cubicBezTo>
                  <a:pt x="285023" y="11506"/>
                  <a:pt x="274063" y="0"/>
                  <a:pt x="260600" y="0"/>
                </a:cubicBezTo>
                <a:cubicBezTo>
                  <a:pt x="253369" y="0"/>
                  <a:pt x="246820" y="3138"/>
                  <a:pt x="242318" y="8141"/>
                </a:cubicBezTo>
                <a:cubicBezTo>
                  <a:pt x="237861" y="3138"/>
                  <a:pt x="231357" y="0"/>
                  <a:pt x="224126" y="0"/>
                </a:cubicBezTo>
                <a:close/>
                <a:moveTo>
                  <a:pt x="91461" y="0"/>
                </a:moveTo>
                <a:cubicBezTo>
                  <a:pt x="73633" y="0"/>
                  <a:pt x="59170" y="14508"/>
                  <a:pt x="59170" y="32290"/>
                </a:cubicBezTo>
                <a:cubicBezTo>
                  <a:pt x="59170" y="50073"/>
                  <a:pt x="73633" y="64581"/>
                  <a:pt x="91461" y="64581"/>
                </a:cubicBezTo>
                <a:cubicBezTo>
                  <a:pt x="109243" y="64581"/>
                  <a:pt x="123752" y="50073"/>
                  <a:pt x="123752" y="32290"/>
                </a:cubicBezTo>
                <a:cubicBezTo>
                  <a:pt x="123752" y="14508"/>
                  <a:pt x="109243" y="0"/>
                  <a:pt x="91461" y="0"/>
                </a:cubicBezTo>
                <a:close/>
                <a:moveTo>
                  <a:pt x="161091" y="0"/>
                </a:moveTo>
                <a:cubicBezTo>
                  <a:pt x="143308" y="0"/>
                  <a:pt x="128800" y="14508"/>
                  <a:pt x="128845" y="32290"/>
                </a:cubicBezTo>
                <a:cubicBezTo>
                  <a:pt x="128845" y="50073"/>
                  <a:pt x="143353" y="64581"/>
                  <a:pt x="161136" y="64581"/>
                </a:cubicBezTo>
                <a:cubicBezTo>
                  <a:pt x="178919" y="64581"/>
                  <a:pt x="193427" y="50073"/>
                  <a:pt x="193427" y="32290"/>
                </a:cubicBezTo>
                <a:cubicBezTo>
                  <a:pt x="193427" y="14508"/>
                  <a:pt x="178873" y="0"/>
                  <a:pt x="1610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2538000" y="4686300"/>
            <a:ext cx="407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© 202</a:t>
            </a:r>
            <a:r>
              <a:rPr lang="en" sz="5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" sz="5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 Zoom Video Communications, Inc.</a:t>
            </a:r>
            <a:endParaRPr sz="500" b="0" i="0" u="none" strike="noStrike" cap="none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458025" y="1238100"/>
            <a:ext cx="26820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 SemiBold"/>
              <a:buNone/>
              <a:defRPr sz="2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457200" y="2617500"/>
            <a:ext cx="3376500" cy="19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+"/>
              <a:defRPr>
                <a:solidFill>
                  <a:srgbClr val="FFFFFF"/>
                </a:solidFill>
              </a:defRPr>
            </a:lvl2pPr>
            <a:lvl3pPr marL="137160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↳"/>
              <a:defRPr>
                <a:solidFill>
                  <a:srgbClr val="FFFFFF"/>
                </a:solidFill>
              </a:defRPr>
            </a:lvl3pPr>
            <a:lvl4pPr marL="1828800" lvl="3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↦"/>
              <a:defRPr>
                <a:solidFill>
                  <a:srgbClr val="FFFFFF"/>
                </a:solidFill>
              </a:defRPr>
            </a:lvl4pPr>
            <a:lvl5pPr marL="2286000" lvl="4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▸"/>
              <a:defRPr>
                <a:solidFill>
                  <a:srgbClr val="FFFFFF"/>
                </a:solidFill>
              </a:defRPr>
            </a:lvl7pPr>
            <a:lvl8pPr marL="3657600" lvl="7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000"/>
              <a:buChar char="⬩"/>
              <a:defRPr>
                <a:solidFill>
                  <a:srgbClr val="FFFFFF"/>
                </a:solidFill>
              </a:defRPr>
            </a:lvl8pPr>
            <a:lvl9pPr marL="4114800" lvl="8" indent="-2921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☉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8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83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6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EBA3-D055-42E8-A692-7482624F0A48}" type="datetimeFigureOut">
              <a:rPr lang="es-MX" smtClean="0"/>
              <a:t>13/09/2024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93A3-1665-49EB-8867-2004C67650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391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5550" y="1238100"/>
            <a:ext cx="82329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Medium"/>
              <a:buNone/>
              <a:defRPr sz="3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SemiBold"/>
              <a:buNone/>
              <a:defRPr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27500"/>
            <a:ext cx="8232900" cy="26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+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↳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↦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▸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2100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⬩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2100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000"/>
              <a:buFont typeface="Inter"/>
              <a:buChar char="☉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086800" y="4686300"/>
            <a:ext cx="60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5" r:id="rId24"/>
    <p:sldLayoutId id="2147483677" r:id="rId25"/>
    <p:sldLayoutId id="2147483740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1">
          <p15:clr>
            <a:srgbClr val="EA4335"/>
          </p15:clr>
        </p15:guide>
        <p15:guide id="2" pos="288">
          <p15:clr>
            <a:srgbClr val="EA4335"/>
          </p15:clr>
        </p15:guide>
        <p15:guide id="3" pos="667">
          <p15:clr>
            <a:srgbClr val="EA4335"/>
          </p15:clr>
        </p15:guide>
        <p15:guide id="4" pos="725">
          <p15:clr>
            <a:srgbClr val="EA4335"/>
          </p15:clr>
        </p15:guide>
        <p15:guide id="5" pos="1104">
          <p15:clr>
            <a:srgbClr val="EA4335"/>
          </p15:clr>
        </p15:guide>
        <p15:guide id="6" pos="1162">
          <p15:clr>
            <a:srgbClr val="EA4335"/>
          </p15:clr>
        </p15:guide>
        <p15:guide id="7" pos="1541">
          <p15:clr>
            <a:srgbClr val="EA4335"/>
          </p15:clr>
        </p15:guide>
        <p15:guide id="8" pos="1599">
          <p15:clr>
            <a:srgbClr val="EA4335"/>
          </p15:clr>
        </p15:guide>
        <p15:guide id="9" pos="1978">
          <p15:clr>
            <a:srgbClr val="EA4335"/>
          </p15:clr>
        </p15:guide>
        <p15:guide id="10" pos="2036">
          <p15:clr>
            <a:srgbClr val="EA4335"/>
          </p15:clr>
        </p15:guide>
        <p15:guide id="11" pos="2415">
          <p15:clr>
            <a:srgbClr val="EA4335"/>
          </p15:clr>
        </p15:guide>
        <p15:guide id="12" pos="2473">
          <p15:clr>
            <a:srgbClr val="EA4335"/>
          </p15:clr>
        </p15:guide>
        <p15:guide id="13" pos="2852">
          <p15:clr>
            <a:srgbClr val="EA4335"/>
          </p15:clr>
        </p15:guide>
        <p15:guide id="14" pos="2909">
          <p15:clr>
            <a:srgbClr val="EA4335"/>
          </p15:clr>
        </p15:guide>
        <p15:guide id="15" pos="3289">
          <p15:clr>
            <a:srgbClr val="EA4335"/>
          </p15:clr>
        </p15:guide>
        <p15:guide id="16" pos="3346">
          <p15:clr>
            <a:srgbClr val="EA4335"/>
          </p15:clr>
        </p15:guide>
        <p15:guide id="17" pos="3726">
          <p15:clr>
            <a:srgbClr val="EA4335"/>
          </p15:clr>
        </p15:guide>
        <p15:guide id="18" pos="3783">
          <p15:clr>
            <a:srgbClr val="EA4335"/>
          </p15:clr>
        </p15:guide>
        <p15:guide id="19" pos="4163">
          <p15:clr>
            <a:srgbClr val="EA4335"/>
          </p15:clr>
        </p15:guide>
        <p15:guide id="20" pos="4220">
          <p15:clr>
            <a:srgbClr val="EA4335"/>
          </p15:clr>
        </p15:guide>
        <p15:guide id="21" pos="4599">
          <p15:clr>
            <a:srgbClr val="EA4335"/>
          </p15:clr>
        </p15:guide>
        <p15:guide id="22" pos="4657">
          <p15:clr>
            <a:srgbClr val="EA4335"/>
          </p15:clr>
        </p15:guide>
        <p15:guide id="23" pos="5036">
          <p15:clr>
            <a:srgbClr val="EA4335"/>
          </p15:clr>
        </p15:guide>
        <p15:guide id="24" pos="5094">
          <p15:clr>
            <a:srgbClr val="EA4335"/>
          </p15:clr>
        </p15:guide>
        <p15:guide id="25" pos="5474">
          <p15:clr>
            <a:srgbClr val="EA4335"/>
          </p15:clr>
        </p15:guide>
        <p15:guide id="26" orient="horz" pos="1620">
          <p15:clr>
            <a:srgbClr val="EA4335"/>
          </p15:clr>
        </p15:guide>
        <p15:guide id="27" orient="horz" pos="288">
          <p15:clr>
            <a:srgbClr val="EA4335"/>
          </p15:clr>
        </p15:guide>
        <p15:guide id="28" orient="horz" pos="2952">
          <p15:clr>
            <a:srgbClr val="EA4335"/>
          </p15:clr>
        </p15:guide>
        <p15:guide id="29" orient="horz" pos="1649">
          <p15:clr>
            <a:srgbClr val="EA4335"/>
          </p15:clr>
        </p15:guide>
        <p15:guide id="30" orient="horz" pos="1591">
          <p15:clr>
            <a:srgbClr val="EA4335"/>
          </p15:clr>
        </p15:guide>
        <p15:guide id="31" orient="horz" pos="2025">
          <p15:clr>
            <a:srgbClr val="EA4335"/>
          </p15:clr>
        </p15:guide>
        <p15:guide id="32" orient="horz" pos="2083">
          <p15:clr>
            <a:srgbClr val="EA4335"/>
          </p15:clr>
        </p15:guide>
        <p15:guide id="33" orient="horz" pos="2459">
          <p15:clr>
            <a:srgbClr val="EA4335"/>
          </p15:clr>
        </p15:guide>
        <p15:guide id="34" orient="horz" pos="2517">
          <p15:clr>
            <a:srgbClr val="EA4335"/>
          </p15:clr>
        </p15:guide>
        <p15:guide id="35" orient="horz" pos="722">
          <p15:clr>
            <a:srgbClr val="EA4335"/>
          </p15:clr>
        </p15:guide>
        <p15:guide id="36" orient="horz" pos="780">
          <p15:clr>
            <a:srgbClr val="EA4335"/>
          </p15:clr>
        </p15:guide>
        <p15:guide id="37" orient="horz" pos="1157">
          <p15:clr>
            <a:srgbClr val="EA4335"/>
          </p15:clr>
        </p15:guide>
        <p15:guide id="38" orient="horz" pos="1214">
          <p15:clr>
            <a:srgbClr val="EA4335"/>
          </p15:clr>
        </p15:guide>
        <p15:guide id="39" pos="230">
          <p15:clr>
            <a:srgbClr val="EA4335"/>
          </p15:clr>
        </p15:guide>
        <p15:guide id="40" pos="5531">
          <p15:clr>
            <a:srgbClr val="EA4335"/>
          </p15:clr>
        </p15:guide>
        <p15:guide id="41" orient="horz" pos="346">
          <p15:clr>
            <a:srgbClr val="EA4335"/>
          </p15:clr>
        </p15:guide>
        <p15:guide id="42" orient="horz" pos="289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3DBC7F9-26A9-C638-5686-FC9C8EAFA677}"/>
              </a:ext>
            </a:extLst>
          </p:cNvPr>
          <p:cNvSpPr txBox="1"/>
          <p:nvPr/>
        </p:nvSpPr>
        <p:spPr>
          <a:xfrm>
            <a:off x="2551248" y="4573022"/>
            <a:ext cx="326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(Respetar la tipografía, colores y espacios)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51B243-8079-0B18-7FAC-5E62F4564EEB}"/>
              </a:ext>
            </a:extLst>
          </p:cNvPr>
          <p:cNvSpPr txBox="1"/>
          <p:nvPr/>
        </p:nvSpPr>
        <p:spPr>
          <a:xfrm>
            <a:off x="2982296" y="2291483"/>
            <a:ext cx="1721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8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Descripción </a:t>
            </a:r>
            <a:r>
              <a:rPr lang="es-MX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Título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3B1225-70E9-9978-EDC2-635CB54F43B8}"/>
              </a:ext>
            </a:extLst>
          </p:cNvPr>
          <p:cNvSpPr txBox="1"/>
          <p:nvPr/>
        </p:nvSpPr>
        <p:spPr>
          <a:xfrm>
            <a:off x="2982296" y="2599260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Subtítulo breve</a:t>
            </a:r>
          </a:p>
        </p:txBody>
      </p:sp>
    </p:spTree>
    <p:extLst>
      <p:ext uri="{BB962C8B-B14F-4D97-AF65-F5344CB8AC3E}">
        <p14:creationId xmlns:p14="http://schemas.microsoft.com/office/powerpoint/2010/main" val="18492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B3479A-E8F0-1CF7-0904-2C7A1AE11BB1}"/>
              </a:ext>
            </a:extLst>
          </p:cNvPr>
          <p:cNvSpPr txBox="1"/>
          <p:nvPr/>
        </p:nvSpPr>
        <p:spPr>
          <a:xfrm>
            <a:off x="514159" y="1971585"/>
            <a:ext cx="1811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rgbClr val="FF8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Títulos </a:t>
            </a:r>
            <a:r>
              <a:rPr lang="es-MX" sz="2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B5A71E-EC8C-EF78-D2BC-EC11C899A2E8}"/>
              </a:ext>
            </a:extLst>
          </p:cNvPr>
          <p:cNvSpPr txBox="1"/>
          <p:nvPr/>
        </p:nvSpPr>
        <p:spPr>
          <a:xfrm>
            <a:off x="514159" y="2371695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Subtítulo breve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DBC7F9-26A9-C638-5686-FC9C8EAFA677}"/>
              </a:ext>
            </a:extLst>
          </p:cNvPr>
          <p:cNvSpPr txBox="1"/>
          <p:nvPr/>
        </p:nvSpPr>
        <p:spPr>
          <a:xfrm>
            <a:off x="2551248" y="4573022"/>
            <a:ext cx="326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(Respetar la tipografía, colores y espacios)</a:t>
            </a:r>
          </a:p>
        </p:txBody>
      </p:sp>
    </p:spTree>
    <p:extLst>
      <p:ext uri="{BB962C8B-B14F-4D97-AF65-F5344CB8AC3E}">
        <p14:creationId xmlns:p14="http://schemas.microsoft.com/office/powerpoint/2010/main" val="400694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61C459-088B-609B-441D-FD45603F8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132" y="2456881"/>
            <a:ext cx="228547" cy="22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64" tIns="34282" rIns="68564" bIns="34282" numCol="1" anchor="t" anchorCtr="0" compatLnSpc="1">
            <a:prstTxWarp prst="textNoShape">
              <a:avLst/>
            </a:prstTxWarp>
          </a:bodyPr>
          <a:lstStyle/>
          <a:p>
            <a:endParaRPr lang="es-MX" sz="105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4C0750-899D-F696-64DC-A57AC12E8B39}"/>
              </a:ext>
            </a:extLst>
          </p:cNvPr>
          <p:cNvSpPr txBox="1"/>
          <p:nvPr/>
        </p:nvSpPr>
        <p:spPr>
          <a:xfrm>
            <a:off x="7586992" y="187617"/>
            <a:ext cx="13869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MX" sz="1000" dirty="0">
                <a:latin typeface="Bahnschrift" panose="020B0502040204020203" pitchFamily="34" charset="0"/>
              </a:rPr>
              <a:t>Descripción de Título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1A9209-4F56-2E60-64C4-3C65B2B28141}"/>
              </a:ext>
            </a:extLst>
          </p:cNvPr>
          <p:cNvSpPr txBox="1"/>
          <p:nvPr/>
        </p:nvSpPr>
        <p:spPr>
          <a:xfrm>
            <a:off x="372911" y="864125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8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Título</a:t>
            </a:r>
            <a:endParaRPr lang="es-MX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ADE6254-8A6B-C449-EE60-25BA54C702DE}"/>
              </a:ext>
            </a:extLst>
          </p:cNvPr>
          <p:cNvSpPr txBox="1"/>
          <p:nvPr/>
        </p:nvSpPr>
        <p:spPr>
          <a:xfrm>
            <a:off x="372912" y="1171902"/>
            <a:ext cx="85010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Este espacio es para redacciones, se debe mantener el tamaño y tipografía para que el documento mantenga los formatos que se han establecido.</a:t>
            </a:r>
          </a:p>
          <a:p>
            <a:r>
              <a:rPr lang="es-MX" sz="1000" dirty="0">
                <a:latin typeface="+mj-lt"/>
              </a:rPr>
              <a:t>Solo se debe escribir sobre este mismo toda la información, pueden apoyarse de más párrafos y que están debajo de este para dar más espacio a los textos que se desarrollen, solo se debe hacer </a:t>
            </a:r>
            <a:r>
              <a:rPr lang="es-MX" sz="1000" dirty="0" err="1">
                <a:latin typeface="+mj-lt"/>
              </a:rPr>
              <a:t>Ctrl</a:t>
            </a:r>
            <a:r>
              <a:rPr lang="es-MX" sz="1000" dirty="0">
                <a:latin typeface="+mj-lt"/>
              </a:rPr>
              <a:t>. + </a:t>
            </a:r>
            <a:r>
              <a:rPr lang="es-MX" sz="1000" dirty="0" err="1">
                <a:latin typeface="+mj-lt"/>
              </a:rPr>
              <a:t>Copy</a:t>
            </a:r>
            <a:r>
              <a:rPr lang="es-MX" sz="1000" dirty="0">
                <a:latin typeface="+mj-lt"/>
              </a:rPr>
              <a:t> y después </a:t>
            </a:r>
            <a:r>
              <a:rPr lang="es-MX" sz="1000" dirty="0" err="1">
                <a:latin typeface="+mj-lt"/>
              </a:rPr>
              <a:t>Ctrl</a:t>
            </a:r>
            <a:r>
              <a:rPr lang="es-MX" sz="1000" dirty="0">
                <a:latin typeface="+mj-lt"/>
              </a:rPr>
              <a:t>. + Paste. La sangría debe mantenerse de igual manera.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AB6D77-2768-DF44-EF4B-0E3DEF04EC39}"/>
              </a:ext>
            </a:extLst>
          </p:cNvPr>
          <p:cNvSpPr txBox="1"/>
          <p:nvPr/>
        </p:nvSpPr>
        <p:spPr>
          <a:xfrm>
            <a:off x="372911" y="1968280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Espacio adicional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3674BE5-2EB9-A916-E69B-B31B3217F119}"/>
              </a:ext>
            </a:extLst>
          </p:cNvPr>
          <p:cNvSpPr txBox="1"/>
          <p:nvPr/>
        </p:nvSpPr>
        <p:spPr>
          <a:xfrm>
            <a:off x="372911" y="2324933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Espacio adicional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C5CADB-975B-EA6A-BF96-06ABB79F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93A3-1665-49EB-8867-2004C67650B0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8535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61C459-088B-609B-441D-FD45603F8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132" y="2456881"/>
            <a:ext cx="228547" cy="22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64" tIns="34282" rIns="68564" bIns="34282" numCol="1" anchor="t" anchorCtr="0" compatLnSpc="1">
            <a:prstTxWarp prst="textNoShape">
              <a:avLst/>
            </a:prstTxWarp>
          </a:bodyPr>
          <a:lstStyle/>
          <a:p>
            <a:endParaRPr lang="es-MX" sz="105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4C0750-899D-F696-64DC-A57AC12E8B39}"/>
              </a:ext>
            </a:extLst>
          </p:cNvPr>
          <p:cNvSpPr txBox="1"/>
          <p:nvPr/>
        </p:nvSpPr>
        <p:spPr>
          <a:xfrm>
            <a:off x="7586992" y="187617"/>
            <a:ext cx="13869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MX" sz="1000" dirty="0">
                <a:latin typeface="Bahnschrift" panose="020B0502040204020203" pitchFamily="34" charset="0"/>
              </a:rPr>
              <a:t>Descripción de Título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1A9209-4F56-2E60-64C4-3C65B2B28141}"/>
              </a:ext>
            </a:extLst>
          </p:cNvPr>
          <p:cNvSpPr txBox="1"/>
          <p:nvPr/>
        </p:nvSpPr>
        <p:spPr>
          <a:xfrm>
            <a:off x="372911" y="864125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FF89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Título</a:t>
            </a:r>
            <a:endParaRPr lang="es-MX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ADE6254-8A6B-C449-EE60-25BA54C702DE}"/>
              </a:ext>
            </a:extLst>
          </p:cNvPr>
          <p:cNvSpPr txBox="1"/>
          <p:nvPr/>
        </p:nvSpPr>
        <p:spPr>
          <a:xfrm>
            <a:off x="372912" y="1171902"/>
            <a:ext cx="85010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Este espacio es para redacciones, se debe mantener el tamaño y tipografía para que el documento mantenga los formatos que se han establecido.</a:t>
            </a:r>
          </a:p>
          <a:p>
            <a:r>
              <a:rPr lang="es-MX" sz="1000" dirty="0">
                <a:latin typeface="+mj-lt"/>
              </a:rPr>
              <a:t>Solo se debe escribir sobre este mismo toda la información, pueden apoyarse de más párrafos y que están debajo de este para dar más espacio a los textos que se desarrollen, solo se debe hacer </a:t>
            </a:r>
            <a:r>
              <a:rPr lang="es-MX" sz="1000" dirty="0" err="1">
                <a:latin typeface="+mj-lt"/>
              </a:rPr>
              <a:t>Ctrl</a:t>
            </a:r>
            <a:r>
              <a:rPr lang="es-MX" sz="1000" dirty="0">
                <a:latin typeface="+mj-lt"/>
              </a:rPr>
              <a:t>. + </a:t>
            </a:r>
            <a:r>
              <a:rPr lang="es-MX" sz="1000" dirty="0" err="1">
                <a:latin typeface="+mj-lt"/>
              </a:rPr>
              <a:t>Copy</a:t>
            </a:r>
            <a:r>
              <a:rPr lang="es-MX" sz="1000" dirty="0">
                <a:latin typeface="+mj-lt"/>
              </a:rPr>
              <a:t> y después </a:t>
            </a:r>
            <a:r>
              <a:rPr lang="es-MX" sz="1000" dirty="0" err="1">
                <a:latin typeface="+mj-lt"/>
              </a:rPr>
              <a:t>Ctrl</a:t>
            </a:r>
            <a:r>
              <a:rPr lang="es-MX" sz="1000" dirty="0">
                <a:latin typeface="+mj-lt"/>
              </a:rPr>
              <a:t>. + Paste. La sangría debe mantenerse de igual manera.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AB6D77-2768-DF44-EF4B-0E3DEF04EC39}"/>
              </a:ext>
            </a:extLst>
          </p:cNvPr>
          <p:cNvSpPr txBox="1"/>
          <p:nvPr/>
        </p:nvSpPr>
        <p:spPr>
          <a:xfrm>
            <a:off x="372911" y="1968280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Espacio adicional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3674BE5-2EB9-A916-E69B-B31B3217F119}"/>
              </a:ext>
            </a:extLst>
          </p:cNvPr>
          <p:cNvSpPr txBox="1"/>
          <p:nvPr/>
        </p:nvSpPr>
        <p:spPr>
          <a:xfrm>
            <a:off x="372911" y="2324933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Espacio adicional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C5CADB-975B-EA6A-BF96-06ABB79F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93A3-1665-49EB-8867-2004C67650B0}" type="slidenum">
              <a:rPr lang="es-MX" smtClean="0"/>
              <a:t>4</a:t>
            </a:fld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C10744-D6C6-64FE-CE49-CF11C9A2E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71" y="3588342"/>
            <a:ext cx="535768" cy="53576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DB11C32-03F1-A3BF-EE6D-BDB469DC2FC4}"/>
              </a:ext>
            </a:extLst>
          </p:cNvPr>
          <p:cNvSpPr txBox="1"/>
          <p:nvPr/>
        </p:nvSpPr>
        <p:spPr>
          <a:xfrm>
            <a:off x="372911" y="4307438"/>
            <a:ext cx="8501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>
                <a:latin typeface="+mj-lt"/>
              </a:rPr>
              <a:t>La iconografía oficial sirve de apoyo para las presentaciones. Queda prohibida la modificación y los usos no correctos de la misma.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DAC3DE5-84F9-CD96-7B07-0105AB7BA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01" y="3418064"/>
            <a:ext cx="716736" cy="71673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02D571D-D334-4BCB-18DA-CAFEAB0D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54" y="3061678"/>
            <a:ext cx="1073122" cy="107312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B35156C-62A3-636C-8657-9139EA9BF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893" y="2567484"/>
            <a:ext cx="1556626" cy="155662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A533503-3050-DFFD-79AF-EDC0F45B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14" y="3160510"/>
            <a:ext cx="433176" cy="716736"/>
          </a:xfrm>
          <a:prstGeom prst="rect">
            <a:avLst/>
          </a:prstGeom>
        </p:spPr>
      </p:pic>
      <p:sp>
        <p:nvSpPr>
          <p:cNvPr id="16" name="Símbolo &quot;No permitido&quot; 15">
            <a:extLst>
              <a:ext uri="{FF2B5EF4-FFF2-40B4-BE49-F238E27FC236}">
                <a16:creationId xmlns:a16="http://schemas.microsoft.com/office/drawing/2014/main" id="{6437560D-4BA6-6803-F563-24E020040530}"/>
              </a:ext>
            </a:extLst>
          </p:cNvPr>
          <p:cNvSpPr/>
          <p:nvPr/>
        </p:nvSpPr>
        <p:spPr>
          <a:xfrm>
            <a:off x="5619102" y="3061678"/>
            <a:ext cx="914400" cy="914400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415BAA-FFAA-BD37-9309-C8A2E3F25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892682">
            <a:off x="6870758" y="3160510"/>
            <a:ext cx="433176" cy="716736"/>
          </a:xfrm>
          <a:prstGeom prst="rect">
            <a:avLst/>
          </a:prstGeom>
        </p:spPr>
      </p:pic>
      <p:sp>
        <p:nvSpPr>
          <p:cNvPr id="18" name="Símbolo &quot;No permitido&quot; 17">
            <a:extLst>
              <a:ext uri="{FF2B5EF4-FFF2-40B4-BE49-F238E27FC236}">
                <a16:creationId xmlns:a16="http://schemas.microsoft.com/office/drawing/2014/main" id="{151E43CE-B0AC-A809-829E-F3242887F5B5}"/>
              </a:ext>
            </a:extLst>
          </p:cNvPr>
          <p:cNvSpPr/>
          <p:nvPr/>
        </p:nvSpPr>
        <p:spPr>
          <a:xfrm>
            <a:off x="6630146" y="3061678"/>
            <a:ext cx="914400" cy="914400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267C65B-2063-A243-EC0B-B2B2F4B5D6CE}"/>
              </a:ext>
            </a:extLst>
          </p:cNvPr>
          <p:cNvSpPr txBox="1"/>
          <p:nvPr/>
        </p:nvSpPr>
        <p:spPr>
          <a:xfrm>
            <a:off x="359211" y="3153366"/>
            <a:ext cx="723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>
                <a:latin typeface="+mj-lt"/>
              </a:rPr>
              <a:t>Correcto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996B9A9-00A2-5FA0-3B29-7C2F439368BC}"/>
              </a:ext>
            </a:extLst>
          </p:cNvPr>
          <p:cNvSpPr txBox="1"/>
          <p:nvPr/>
        </p:nvSpPr>
        <p:spPr>
          <a:xfrm>
            <a:off x="8067583" y="3163925"/>
            <a:ext cx="8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b="1" dirty="0">
                <a:latin typeface="+mj-lt"/>
              </a:rPr>
              <a:t>Incorrecto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99FDDC6-7ACB-A23F-14CD-324289A0B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122" y="2386249"/>
            <a:ext cx="535768" cy="53576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C1EDE92-49C3-C430-C88C-09321CD1C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28" y="2383977"/>
            <a:ext cx="535768" cy="53576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4D20870-4F2D-E6CC-89E0-B0D96C80C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34" y="2383977"/>
            <a:ext cx="535768" cy="53576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28" name="Símbolo &quot;No permitido&quot; 27">
            <a:extLst>
              <a:ext uri="{FF2B5EF4-FFF2-40B4-BE49-F238E27FC236}">
                <a16:creationId xmlns:a16="http://schemas.microsoft.com/office/drawing/2014/main" id="{5BD820E4-850D-1C58-8903-5068DB1AC09D}"/>
              </a:ext>
            </a:extLst>
          </p:cNvPr>
          <p:cNvSpPr/>
          <p:nvPr/>
        </p:nvSpPr>
        <p:spPr>
          <a:xfrm>
            <a:off x="5753064" y="2391167"/>
            <a:ext cx="521388" cy="521388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9" name="Símbolo &quot;No permitido&quot; 28">
            <a:extLst>
              <a:ext uri="{FF2B5EF4-FFF2-40B4-BE49-F238E27FC236}">
                <a16:creationId xmlns:a16="http://schemas.microsoft.com/office/drawing/2014/main" id="{7528C6F8-01DE-4042-94ED-60A1E4CB8989}"/>
              </a:ext>
            </a:extLst>
          </p:cNvPr>
          <p:cNvSpPr/>
          <p:nvPr/>
        </p:nvSpPr>
        <p:spPr>
          <a:xfrm>
            <a:off x="6426366" y="2373078"/>
            <a:ext cx="521388" cy="521388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30" name="Símbolo &quot;No permitido&quot; 29">
            <a:extLst>
              <a:ext uri="{FF2B5EF4-FFF2-40B4-BE49-F238E27FC236}">
                <a16:creationId xmlns:a16="http://schemas.microsoft.com/office/drawing/2014/main" id="{6FBFF88F-A862-7973-25FE-A03591938165}"/>
              </a:ext>
            </a:extLst>
          </p:cNvPr>
          <p:cNvSpPr/>
          <p:nvPr/>
        </p:nvSpPr>
        <p:spPr>
          <a:xfrm>
            <a:off x="7054676" y="2383977"/>
            <a:ext cx="521388" cy="521388"/>
          </a:xfrm>
          <a:prstGeom prst="noSmoking">
            <a:avLst>
              <a:gd name="adj" fmla="val 487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135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61C459-088B-609B-441D-FD45603F8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132" y="2456881"/>
            <a:ext cx="228547" cy="22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64" tIns="34282" rIns="68564" bIns="34282" numCol="1" anchor="t" anchorCtr="0" compatLnSpc="1">
            <a:prstTxWarp prst="textNoShape">
              <a:avLst/>
            </a:prstTxWarp>
          </a:bodyPr>
          <a:lstStyle/>
          <a:p>
            <a:endParaRPr lang="es-MX" sz="1050"/>
          </a:p>
        </p:txBody>
      </p:sp>
    </p:spTree>
    <p:extLst>
      <p:ext uri="{BB962C8B-B14F-4D97-AF65-F5344CB8AC3E}">
        <p14:creationId xmlns:p14="http://schemas.microsoft.com/office/powerpoint/2010/main" val="3617151014"/>
      </p:ext>
    </p:extLst>
  </p:cSld>
  <p:clrMapOvr>
    <a:masterClrMapping/>
  </p:clrMapOvr>
</p:sld>
</file>

<file path=ppt/theme/theme1.xml><?xml version="1.0" encoding="utf-8"?>
<a:theme xmlns:a="http://schemas.openxmlformats.org/drawingml/2006/main" name="Zoom Slides Template 1.0">
  <a:themeElements>
    <a:clrScheme name="Simple Dark">
      <a:dk1>
        <a:srgbClr val="00053D"/>
      </a:dk1>
      <a:lt1>
        <a:srgbClr val="D7E6FC"/>
      </a:lt1>
      <a:dk2>
        <a:srgbClr val="26275A"/>
      </a:dk2>
      <a:lt2>
        <a:srgbClr val="F4F4F6"/>
      </a:lt2>
      <a:accent1>
        <a:srgbClr val="0B5CFF"/>
      </a:accent1>
      <a:accent2>
        <a:srgbClr val="B5D0F8"/>
      </a:accent2>
      <a:accent3>
        <a:srgbClr val="4F90EE"/>
      </a:accent3>
      <a:accent4>
        <a:srgbClr val="274D83"/>
      </a:accent4>
      <a:accent5>
        <a:srgbClr val="1A3760"/>
      </a:accent5>
      <a:accent6>
        <a:srgbClr val="00FF91"/>
      </a:accent6>
      <a:hlink>
        <a:srgbClr val="4F90EE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232</Words>
  <Application>Microsoft Office PowerPoint</Application>
  <PresentationFormat>Presentación en pantalla (16:9)</PresentationFormat>
  <Paragraphs>23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4" baseType="lpstr">
      <vt:lpstr>Bahnschrift</vt:lpstr>
      <vt:lpstr>Montserrat SemiBold</vt:lpstr>
      <vt:lpstr>Inter</vt:lpstr>
      <vt:lpstr>Montserrat Medium</vt:lpstr>
      <vt:lpstr>Helvetica Neue Light</vt:lpstr>
      <vt:lpstr>Arial</vt:lpstr>
      <vt:lpstr>Montserrat</vt:lpstr>
      <vt:lpstr>Calibri</vt:lpstr>
      <vt:lpstr>Zoom Slides Template 1.0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Jonathan Ortiz</cp:lastModifiedBy>
  <cp:revision>16</cp:revision>
  <dcterms:modified xsi:type="dcterms:W3CDTF">2024-09-13T20:32:02Z</dcterms:modified>
</cp:coreProperties>
</file>